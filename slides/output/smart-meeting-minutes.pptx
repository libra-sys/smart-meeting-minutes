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09728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智能会议纪要生成器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Meeting Minutes Generator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议题拆分 · 决议提取 · 行动项追踪 · 分歧识别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多说话人识别 | 4种会议类型自适应 | v1.0.0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09728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5" name="Text 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1B4332"/>
          </a:solidFill>
          <a:ln/>
        </p:spPr>
      </p:sp>
      <p:sp>
        <p:nvSpPr>
          <p:cNvPr id="7" name="Shape 5"/>
          <p:cNvSpPr/>
          <p:nvPr/>
        </p:nvSpPr>
        <p:spPr>
          <a:xfrm>
            <a:off x="475488" y="1389888"/>
            <a:ext cx="411480" cy="292608"/>
          </a:xfrm>
          <a:prstGeom prst="roundRect">
            <a:avLst>
              <a:gd name="adj" fmla="val 12500"/>
            </a:avLst>
          </a:prstGeom>
          <a:solidFill>
            <a:srgbClr val="52B788"/>
          </a:solidFill>
          <a:ln/>
        </p:spPr>
      </p:sp>
      <p:sp>
        <p:nvSpPr>
          <p:cNvPr id="8" name="Text 6"/>
          <p:cNvSpPr/>
          <p:nvPr/>
        </p:nvSpPr>
        <p:spPr>
          <a:xfrm>
            <a:off x="475488" y="1389888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75488" y="178308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智能解析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75488" y="2194560"/>
            <a:ext cx="24323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自动识别会议类型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提取参与者/日期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0" y="128016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1B4332"/>
          </a:solidFill>
          <a:ln/>
        </p:spPr>
      </p:sp>
      <p:sp>
        <p:nvSpPr>
          <p:cNvPr id="12" name="Shape 10"/>
          <p:cNvSpPr/>
          <p:nvPr/>
        </p:nvSpPr>
        <p:spPr>
          <a:xfrm>
            <a:off x="3310128" y="1389888"/>
            <a:ext cx="411480" cy="292608"/>
          </a:xfrm>
          <a:prstGeom prst="roundRect">
            <a:avLst>
              <a:gd name="adj" fmla="val 12500"/>
            </a:avLst>
          </a:prstGeom>
          <a:solidFill>
            <a:srgbClr val="52B788"/>
          </a:solidFill>
          <a:ln/>
        </p:spPr>
      </p:sp>
      <p:sp>
        <p:nvSpPr>
          <p:cNvPr id="13" name="Text 11"/>
          <p:cNvSpPr/>
          <p:nvPr/>
        </p:nvSpPr>
        <p:spPr>
          <a:xfrm>
            <a:off x="3310128" y="1389888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0128" y="178308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议题拆解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310128" y="2194560"/>
            <a:ext cx="24323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3-7个独立议题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标题+摘要+立场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035040" y="128016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1B4332"/>
          </a:solidFill>
          <a:ln/>
        </p:spPr>
      </p:sp>
      <p:sp>
        <p:nvSpPr>
          <p:cNvPr id="17" name="Shape 15"/>
          <p:cNvSpPr/>
          <p:nvPr/>
        </p:nvSpPr>
        <p:spPr>
          <a:xfrm>
            <a:off x="6144768" y="1389888"/>
            <a:ext cx="411480" cy="292608"/>
          </a:xfrm>
          <a:prstGeom prst="roundRect">
            <a:avLst>
              <a:gd name="adj" fmla="val 12500"/>
            </a:avLst>
          </a:prstGeom>
          <a:solidFill>
            <a:srgbClr val="52B788"/>
          </a:solidFill>
          <a:ln/>
        </p:spPr>
      </p:sp>
      <p:sp>
        <p:nvSpPr>
          <p:cNvPr id="18" name="Text 16"/>
          <p:cNvSpPr/>
          <p:nvPr/>
        </p:nvSpPr>
        <p:spPr>
          <a:xfrm>
            <a:off x="6144768" y="1389888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44768" y="178308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行动项提取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6144768" y="2194560"/>
            <a:ext cx="24323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任务+负责人+截止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+优先级 精确追踪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10896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2D6A4F"/>
          </a:solidFill>
          <a:ln/>
        </p:spPr>
      </p:sp>
      <p:sp>
        <p:nvSpPr>
          <p:cNvPr id="22" name="Shape 20"/>
          <p:cNvSpPr/>
          <p:nvPr/>
        </p:nvSpPr>
        <p:spPr>
          <a:xfrm>
            <a:off x="475488" y="3218688"/>
            <a:ext cx="411480" cy="292608"/>
          </a:xfrm>
          <a:prstGeom prst="roundRect">
            <a:avLst>
              <a:gd name="adj" fmla="val 12500"/>
            </a:avLst>
          </a:prstGeom>
          <a:solidFill>
            <a:srgbClr val="52B788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" y="3218688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" y="361188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分歧标记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75488" y="4023360"/>
            <a:ext cx="24323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识别争议点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标注正反方状态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0" y="310896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2D6A4F"/>
          </a:solidFill>
          <a:ln/>
        </p:spPr>
      </p:sp>
      <p:sp>
        <p:nvSpPr>
          <p:cNvPr id="27" name="Shape 25"/>
          <p:cNvSpPr/>
          <p:nvPr/>
        </p:nvSpPr>
        <p:spPr>
          <a:xfrm>
            <a:off x="3310128" y="3218688"/>
            <a:ext cx="411480" cy="292608"/>
          </a:xfrm>
          <a:prstGeom prst="roundRect">
            <a:avLst>
              <a:gd name="adj" fmla="val 12500"/>
            </a:avLst>
          </a:prstGeom>
          <a:solidFill>
            <a:srgbClr val="52B788"/>
          </a:solidFill>
          <a:ln/>
        </p:spPr>
      </p:sp>
      <p:sp>
        <p:nvSpPr>
          <p:cNvPr id="28" name="Text 26"/>
          <p:cNvSpPr/>
          <p:nvPr/>
        </p:nvSpPr>
        <p:spPr>
          <a:xfrm>
            <a:off x="3310128" y="3218688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10128" y="361188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多格式输出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3310128" y="4023360"/>
            <a:ext cx="24323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按类型自适应格式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结构化纪要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035040" y="3108960"/>
            <a:ext cx="2651760" cy="1645920"/>
          </a:xfrm>
          <a:prstGeom prst="roundRect">
            <a:avLst>
              <a:gd name="adj" fmla="val 4444"/>
            </a:avLst>
          </a:prstGeom>
          <a:solidFill>
            <a:srgbClr val="2D6A4F"/>
          </a:solidFill>
          <a:ln/>
        </p:spPr>
      </p:sp>
      <p:sp>
        <p:nvSpPr>
          <p:cNvPr id="32" name="Shape 30"/>
          <p:cNvSpPr/>
          <p:nvPr/>
        </p:nvSpPr>
        <p:spPr>
          <a:xfrm>
            <a:off x="6144768" y="3218688"/>
            <a:ext cx="411480" cy="292608"/>
          </a:xfrm>
          <a:prstGeom prst="roundRect">
            <a:avLst>
              <a:gd name="adj" fmla="val 12500"/>
            </a:avLst>
          </a:prstGeom>
          <a:solidFill>
            <a:srgbClr val="52B788"/>
          </a:solidFill>
          <a:ln/>
        </p:spPr>
      </p:sp>
      <p:sp>
        <p:nvSpPr>
          <p:cNvPr id="33" name="Text 31"/>
          <p:cNvSpPr/>
          <p:nvPr/>
        </p:nvSpPr>
        <p:spPr>
          <a:xfrm>
            <a:off x="6144768" y="3218688"/>
            <a:ext cx="411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44768" y="3611880"/>
            <a:ext cx="2432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质量校验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6144768" y="4023360"/>
            <a:ext cx="243230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10项格式检查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责任人缺失告警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52B788"/>
          </a:solidFill>
          <a:ln/>
        </p:spPr>
      </p:sp>
      <p:sp>
        <p:nvSpPr>
          <p:cNvPr id="3" name="Text 1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54864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智能会议纪要生成器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52B78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34440" y="1737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2B7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21945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录音转文字秒级生成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结构化纪要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0" y="173736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52B78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623560" y="17373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2B7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精确追踪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623560" y="21945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行动项含负责人+截止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 拒绝模糊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52B78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200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2B7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分歧可见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36576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会议争议点清晰标注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不再遗漏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0" y="3200400"/>
            <a:ext cx="457200" cy="457200"/>
          </a:xfrm>
          <a:prstGeom prst="roundRect">
            <a:avLst>
              <a:gd name="adj" fmla="val 10000"/>
            </a:avLst>
          </a:prstGeom>
          <a:solidFill>
            <a:srgbClr val="52B788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43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623560" y="32004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2B7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格式规范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623560" y="36576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4种会议类型自适应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F3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10项校验保障质量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6634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8F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GitHub: github.com/libra-sys/smart-meeting-minutes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2026-05-31T12:25:15Z</dcterms:created>
  <dcterms:modified xsi:type="dcterms:W3CDTF">2026-05-31T12:25:15Z</dcterms:modified>
</cp:coreProperties>
</file>